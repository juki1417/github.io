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14B7AF-0009-F82B-9ED8-BAE4AC44B003}" v="34" dt="2026-08-24T02:36:45.093"/>
    <p1510:client id="{EC915FAC-8B00-18B5-9BDB-A4385919FA26}" v="21" dt="2026-08-23T14:59:26.7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小林 樹希" userId="S::siw24010015@class.siw.ac.jp::d88713a1-ecda-435b-8a14-9b7873feda42" providerId="AD" clId="Web-{EC915FAC-8B00-18B5-9BDB-A4385919FA26}"/>
    <pc:docChg chg="modSld">
      <pc:chgData name="小林 樹希" userId="S::siw24010015@class.siw.ac.jp::d88713a1-ecda-435b-8a14-9b7873feda42" providerId="AD" clId="Web-{EC915FAC-8B00-18B5-9BDB-A4385919FA26}" dt="2026-08-23T14:59:26.745" v="20" actId="20577"/>
      <pc:docMkLst>
        <pc:docMk/>
      </pc:docMkLst>
      <pc:sldChg chg="modSp mod modShow">
        <pc:chgData name="小林 樹希" userId="S::siw24010015@class.siw.ac.jp::d88713a1-ecda-435b-8a14-9b7873feda42" providerId="AD" clId="Web-{EC915FAC-8B00-18B5-9BDB-A4385919FA26}" dt="2026-08-23T14:59:26.745" v="20" actId="20577"/>
        <pc:sldMkLst>
          <pc:docMk/>
          <pc:sldMk cId="430406006" sldId="258"/>
        </pc:sldMkLst>
        <pc:spChg chg="mod">
          <ac:chgData name="小林 樹希" userId="S::siw24010015@class.siw.ac.jp::d88713a1-ecda-435b-8a14-9b7873feda42" providerId="AD" clId="Web-{EC915FAC-8B00-18B5-9BDB-A4385919FA26}" dt="2026-08-23T14:59:26.745" v="20" actId="20577"/>
          <ac:spMkLst>
            <pc:docMk/>
            <pc:sldMk cId="430406006" sldId="258"/>
            <ac:spMk id="4" creationId="{8E9A5EEC-0283-BD46-3906-59C6D847519A}"/>
          </ac:spMkLst>
        </pc:spChg>
      </pc:sldChg>
    </pc:docChg>
  </pc:docChgLst>
  <pc:docChgLst>
    <pc:chgData name="小林 樹希" userId="S::siw24010015@class.siw.ac.jp::d88713a1-ecda-435b-8a14-9b7873feda42" providerId="AD" clId="Web-{1714B7AF-0009-F82B-9ED8-BAE4AC44B003}"/>
    <pc:docChg chg="modSld">
      <pc:chgData name="小林 樹希" userId="S::siw24010015@class.siw.ac.jp::d88713a1-ecda-435b-8a14-9b7873feda42" providerId="AD" clId="Web-{1714B7AF-0009-F82B-9ED8-BAE4AC44B003}" dt="2026-08-24T02:36:45.093" v="36" actId="1076"/>
      <pc:docMkLst>
        <pc:docMk/>
      </pc:docMkLst>
      <pc:sldChg chg="modSp">
        <pc:chgData name="小林 樹希" userId="S::siw24010015@class.siw.ac.jp::d88713a1-ecda-435b-8a14-9b7873feda42" providerId="AD" clId="Web-{1714B7AF-0009-F82B-9ED8-BAE4AC44B003}" dt="2026-08-24T02:35:23.918" v="15" actId="20577"/>
        <pc:sldMkLst>
          <pc:docMk/>
          <pc:sldMk cId="430406006" sldId="258"/>
        </pc:sldMkLst>
        <pc:spChg chg="mod">
          <ac:chgData name="小林 樹希" userId="S::siw24010015@class.siw.ac.jp::d88713a1-ecda-435b-8a14-9b7873feda42" providerId="AD" clId="Web-{1714B7AF-0009-F82B-9ED8-BAE4AC44B003}" dt="2026-08-24T02:33:27.304" v="8" actId="20577"/>
          <ac:spMkLst>
            <pc:docMk/>
            <pc:sldMk cId="430406006" sldId="258"/>
            <ac:spMk id="4" creationId="{8E9A5EEC-0283-BD46-3906-59C6D847519A}"/>
          </ac:spMkLst>
        </pc:spChg>
        <pc:spChg chg="mod">
          <ac:chgData name="小林 樹希" userId="S::siw24010015@class.siw.ac.jp::d88713a1-ecda-435b-8a14-9b7873feda42" providerId="AD" clId="Web-{1714B7AF-0009-F82B-9ED8-BAE4AC44B003}" dt="2026-08-24T02:35:23.918" v="15" actId="20577"/>
          <ac:spMkLst>
            <pc:docMk/>
            <pc:sldMk cId="430406006" sldId="258"/>
            <ac:spMk id="6" creationId="{8463607F-AE87-92F1-A664-059FEC045691}"/>
          </ac:spMkLst>
        </pc:spChg>
      </pc:sldChg>
      <pc:sldChg chg="modSp">
        <pc:chgData name="小林 樹希" userId="S::siw24010015@class.siw.ac.jp::d88713a1-ecda-435b-8a14-9b7873feda42" providerId="AD" clId="Web-{1714B7AF-0009-F82B-9ED8-BAE4AC44B003}" dt="2026-08-24T02:36:45.093" v="36" actId="1076"/>
        <pc:sldMkLst>
          <pc:docMk/>
          <pc:sldMk cId="123232261" sldId="260"/>
        </pc:sldMkLst>
        <pc:spChg chg="mod">
          <ac:chgData name="小林 樹希" userId="S::siw24010015@class.siw.ac.jp::d88713a1-ecda-435b-8a14-9b7873feda42" providerId="AD" clId="Web-{1714B7AF-0009-F82B-9ED8-BAE4AC44B003}" dt="2026-08-24T02:36:45.093" v="36" actId="1076"/>
          <ac:spMkLst>
            <pc:docMk/>
            <pc:sldMk cId="123232261" sldId="260"/>
            <ac:spMk id="2" creationId="{A82995B4-2A75-CD5E-C896-0CEC0CBB76DD}"/>
          </ac:spMkLst>
        </pc:spChg>
        <pc:spChg chg="mod">
          <ac:chgData name="小林 樹希" userId="S::siw24010015@class.siw.ac.jp::d88713a1-ecda-435b-8a14-9b7873feda42" providerId="AD" clId="Web-{1714B7AF-0009-F82B-9ED8-BAE4AC44B003}" dt="2026-08-24T02:36:40.561" v="35" actId="1076"/>
          <ac:spMkLst>
            <pc:docMk/>
            <pc:sldMk cId="123232261" sldId="260"/>
            <ac:spMk id="3" creationId="{9FF253F6-F9DA-9135-0814-9D73189B655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89EE47-9DE6-F84A-38E8-D9554C0930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0911537-36DC-86C9-AF02-534AABCD9D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FEFC8B-3EAC-BD7F-A3BC-E7BEFE24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FC532-3F5B-436C-875E-6DDE0DAC5170}" type="datetimeFigureOut">
              <a:rPr kumimoji="1" lang="ja-JP" altLang="en-US" smtClean="0"/>
              <a:t>2026/8/23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9BC5F6-8F97-AEBD-680D-6FFA20C97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C369A7-CAE1-8A22-3800-4BC4F9AE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D1DB9-A9C9-43A3-A18A-CEBEE35ACE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248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E0FF1C-F894-7C4F-3F14-63840BC59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9670640-4CD5-6FEA-FCF2-ADE7E89AF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4DB9434-4C98-8768-59F2-BF3168FEE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FC532-3F5B-436C-875E-6DDE0DAC5170}" type="datetimeFigureOut">
              <a:rPr kumimoji="1" lang="ja-JP" altLang="en-US" smtClean="0"/>
              <a:t>2026/8/23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C4EA2E3-7FCC-7BB4-1600-E383B2FF6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E82DE7-3CF3-C8E2-53A2-8F3B224E6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D1DB9-A9C9-43A3-A18A-CEBEE35ACE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0834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C9DF7E-72CF-D0F8-040B-FA59A0149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5D309CE-62CD-FF6B-E26B-A0536AC43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F8A3C9B-1408-4EDB-87BD-2A73C66B5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FC532-3F5B-436C-875E-6DDE0DAC5170}" type="datetimeFigureOut">
              <a:rPr kumimoji="1" lang="ja-JP" altLang="en-US" smtClean="0"/>
              <a:t>2026/8/23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45FA21-214B-4BC4-2BAB-9E6472054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8F9F0CB-994E-156D-EABF-030EC5EF2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D1DB9-A9C9-43A3-A18A-CEBEE35ACE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4066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56E0A1-5262-66A0-94A1-79D8F4B38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500B26B-DDBD-BA27-13E8-42BF7057B6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1A2422E-9FC9-5B37-6CF4-CCEA70A98C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1E7E1DD-4E0B-6D18-7EAF-EF75FCB49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FC532-3F5B-436C-875E-6DDE0DAC5170}" type="datetimeFigureOut">
              <a:rPr kumimoji="1" lang="ja-JP" altLang="en-US" smtClean="0"/>
              <a:t>2026/8/23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E93768A-9970-3C28-8391-F3A9DAD93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37B936-DB30-7DEC-7FA4-5618A5D1E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D1DB9-A9C9-43A3-A18A-CEBEE35ACE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8867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925981-9D9C-BA83-8B97-1B654C50A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B20E15D-0D05-1F9A-5DD5-C441334E5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4FA9C32-A386-3C29-ECDF-6E2ED220A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72BE916-DD13-06C6-F69D-DC07ADDB9A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5A576BD-78F7-DECC-DCB5-B141198396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2172520-A1A4-699C-3BD3-BCFE6E08F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FC532-3F5B-436C-875E-6DDE0DAC5170}" type="datetimeFigureOut">
              <a:rPr kumimoji="1" lang="ja-JP" altLang="en-US" smtClean="0"/>
              <a:t>2026/8/23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B126A85-4CD5-4F06-860A-6AB78DAD3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0B5DAB0-32AA-E510-9C40-D4F57831C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D1DB9-A9C9-43A3-A18A-CEBEE35ACE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5166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2338C8-14E0-B0ED-84BB-B7A86425E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E10C42B-F896-A815-796E-CCE535D65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FC532-3F5B-436C-875E-6DDE0DAC5170}" type="datetimeFigureOut">
              <a:rPr kumimoji="1" lang="ja-JP" altLang="en-US" smtClean="0"/>
              <a:t>2026/8/23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E127F43-77C5-70DD-526A-432A6B3AB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7B19A8D-15F2-E0A7-68D2-055D18659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D1DB9-A9C9-43A3-A18A-CEBEE35ACE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0323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E9E468C-3DE7-B815-92CD-075035798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FC532-3F5B-436C-875E-6DDE0DAC5170}" type="datetimeFigureOut">
              <a:rPr kumimoji="1" lang="ja-JP" altLang="en-US" smtClean="0"/>
              <a:t>2026/8/23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A8EF4A6-7F7B-4B8B-02A0-1997D3ED6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EDABA86-E395-0E64-3F42-CF84E6DFF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D1DB9-A9C9-43A3-A18A-CEBEE35ACE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7412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F9EC69-EAF9-139D-7BB1-859FD57F0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8317698-D4AA-B209-C27D-A18E39F7C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8FA9C10-E3F0-D70A-0FC7-23DF924F60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816B2A9-F902-75F0-4969-23FB2C51B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FC532-3F5B-436C-875E-6DDE0DAC5170}" type="datetimeFigureOut">
              <a:rPr kumimoji="1" lang="ja-JP" altLang="en-US" smtClean="0"/>
              <a:t>2026/8/23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246EF10-25C6-2779-5269-30F38AE1E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13F32B3-ABF5-CDE7-8B23-7AB1DF890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D1DB9-A9C9-43A3-A18A-CEBEE35ACE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3698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FDB88A-F8B0-0EC5-2D74-C3281D4EE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BE873E6-A4F7-F2C7-7E2A-A73798D6B7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66B62FF-A463-F479-34AF-B325FFD699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75BC5FC-9C16-A91E-31F6-4D8FE5855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FC532-3F5B-436C-875E-6DDE0DAC5170}" type="datetimeFigureOut">
              <a:rPr kumimoji="1" lang="ja-JP" altLang="en-US" smtClean="0"/>
              <a:t>2026/8/23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287E149-50AE-573C-5DCA-BE2ED1CD2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4C838B1-84BB-B559-1E2F-5C7F67C3F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D1DB9-A9C9-43A3-A18A-CEBEE35ACE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1775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E657EC-EA67-658F-AEBB-048288F8D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B9083E0-7445-F438-8108-A993F5EC2F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E39D147-81A6-645C-A292-123018AA5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FC532-3F5B-436C-875E-6DDE0DAC5170}" type="datetimeFigureOut">
              <a:rPr kumimoji="1" lang="ja-JP" altLang="en-US" smtClean="0"/>
              <a:t>2026/8/23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8B3599-F70A-CD04-713F-43EA75989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552E97-69EB-B808-8FE7-CCEDD8500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D1DB9-A9C9-43A3-A18A-CEBEE35ACE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4945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E5C6298-3669-6E73-4F97-6F92260A53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587914D-C974-A1BF-6CF8-B7A6F70916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5AB63BA-D69B-1D48-236D-51270FC06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FC532-3F5B-436C-875E-6DDE0DAC5170}" type="datetimeFigureOut">
              <a:rPr kumimoji="1" lang="ja-JP" altLang="en-US" smtClean="0"/>
              <a:t>2026/8/23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687138-0795-99F3-103C-AC62BD9F4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68FF91B-A4D4-3524-2471-B9DBC43D7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D1DB9-A9C9-43A3-A18A-CEBEE35ACE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6594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92E2861-EE86-8F13-6B89-4594A78EC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E4FAEEE-B242-2FE9-A2CF-AFE7F67DE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F9116A-CA48-E54C-2510-D52A4FD7E9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FFC532-3F5B-436C-875E-6DDE0DAC5170}" type="datetimeFigureOut">
              <a:rPr kumimoji="1" lang="ja-JP" altLang="en-US" smtClean="0"/>
              <a:t>2026/8/23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6321C8F-10AD-349B-4BED-10BF07393B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131CA79-3178-26BE-D9E8-C3856F66C8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0D1DB9-A9C9-43A3-A18A-CEBEE35ACE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9396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remarkable-sprite-22eada.netlify.app/" TargetMode="External"/><Relationship Id="rId2" Type="http://schemas.openxmlformats.org/officeDocument/2006/relationships/hyperlink" Target="https://elaborate-quokka-73dbd4.netlify.app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1F42BE-82F0-C87B-84BB-919336320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/>
              <a:t>自己紹介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1420861-47CE-9BE2-2DB9-85EEAE4E2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4871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kumimoji="1" lang="ja-JP" altLang="en-US" b="1"/>
              <a:t>名前</a:t>
            </a:r>
            <a:r>
              <a:rPr kumimoji="1" lang="ja-JP" altLang="en-US"/>
              <a:t>　</a:t>
            </a:r>
            <a:endParaRPr kumimoji="1" lang="en-US" altLang="ja-JP"/>
          </a:p>
          <a:p>
            <a:pPr marL="0" indent="0">
              <a:buNone/>
            </a:pPr>
            <a:r>
              <a:rPr kumimoji="1" lang="ja-JP" altLang="en-US"/>
              <a:t>小林樹希</a:t>
            </a:r>
            <a:endParaRPr kumimoji="1" lang="en-US" altLang="ja-JP"/>
          </a:p>
          <a:p>
            <a:pPr marL="0" indent="0">
              <a:buNone/>
            </a:pPr>
            <a:r>
              <a:rPr lang="ja-JP" altLang="en-US" b="1"/>
              <a:t>好きなこと</a:t>
            </a:r>
            <a:endParaRPr lang="en-US" altLang="ja-JP" b="1"/>
          </a:p>
          <a:p>
            <a:pPr marL="0" indent="0">
              <a:buNone/>
            </a:pPr>
            <a:r>
              <a:rPr lang="ja-JP" altLang="en-US"/>
              <a:t>ゲーム・</a:t>
            </a:r>
            <a:r>
              <a:rPr lang="en-US" altLang="ja-JP"/>
              <a:t>PC</a:t>
            </a:r>
            <a:r>
              <a:rPr lang="ja-JP" altLang="en-US"/>
              <a:t>を触ること</a:t>
            </a:r>
            <a:endParaRPr lang="en-US" altLang="ja-JP"/>
          </a:p>
          <a:p>
            <a:pPr marL="0" indent="0">
              <a:buNone/>
            </a:pPr>
            <a:r>
              <a:rPr lang="ja-JP" altLang="en-US" b="1"/>
              <a:t>自分らしさ</a:t>
            </a:r>
            <a:endParaRPr lang="en-US" altLang="ja-JP" b="1"/>
          </a:p>
          <a:p>
            <a:pPr marL="0" indent="0">
              <a:buNone/>
            </a:pPr>
            <a:r>
              <a:rPr lang="ja-JP" altLang="en-US"/>
              <a:t>興味を持ったことはやってみる。</a:t>
            </a:r>
            <a:endParaRPr lang="en-US" altLang="ja-JP"/>
          </a:p>
          <a:p>
            <a:pPr marL="0" indent="0">
              <a:buNone/>
            </a:pPr>
            <a:r>
              <a:rPr lang="ja-JP" altLang="en-US" b="1"/>
              <a:t>将来の目標</a:t>
            </a:r>
            <a:endParaRPr lang="en-US" altLang="ja-JP" b="1"/>
          </a:p>
          <a:p>
            <a:pPr marL="0" indent="0">
              <a:buNone/>
            </a:pPr>
            <a:r>
              <a:rPr lang="ja-JP" altLang="en-US"/>
              <a:t>具体的な将来の目標は決まっていません。だからこそ、今はいろいろなことに挑戦して、自分で考えて、自分で形にできる力を身に着けたいです。</a:t>
            </a:r>
            <a:endParaRPr lang="en-US" altLang="ja-JP"/>
          </a:p>
          <a:p>
            <a:pPr marL="0" indent="0">
              <a:buNone/>
            </a:pP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512873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B8997C-29C5-78B0-E22E-C05162D52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/>
              <a:t>制作物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62BC1DE-6EAF-FA7E-2E4C-398195639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0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ja-JP" altLang="en-US" b="1"/>
              <a:t>作品①</a:t>
            </a:r>
            <a:endParaRPr lang="en-US" altLang="ja-JP" b="1"/>
          </a:p>
          <a:p>
            <a:pPr marL="0" indent="0">
              <a:buNone/>
            </a:pPr>
            <a:r>
              <a:rPr lang="ja-JP" altLang="en-US"/>
              <a:t>　モグラたたきゲーム</a:t>
            </a:r>
            <a:endParaRPr lang="en-US" altLang="ja-JP"/>
          </a:p>
          <a:p>
            <a:pPr marL="0" indent="0">
              <a:buNone/>
            </a:pPr>
            <a:r>
              <a:rPr lang="ja-JP" altLang="en-US"/>
              <a:t>　</a:t>
            </a:r>
            <a:r>
              <a:rPr lang="en-US" altLang="ja-JP"/>
              <a:t>html</a:t>
            </a:r>
            <a:r>
              <a:rPr lang="ja-JP" altLang="en-US"/>
              <a:t>で簡単なゲームを制作しました。</a:t>
            </a:r>
            <a:endParaRPr lang="en-US" altLang="ja-JP"/>
          </a:p>
          <a:p>
            <a:pPr marL="0" indent="0">
              <a:buNone/>
            </a:pPr>
            <a:endParaRPr lang="en-US" altLang="ja-JP"/>
          </a:p>
          <a:p>
            <a:pPr marL="0" indent="0">
              <a:buNone/>
            </a:pPr>
            <a:endParaRPr lang="en-US" altLang="ja-JP"/>
          </a:p>
          <a:p>
            <a:pPr marL="0" indent="0">
              <a:buNone/>
            </a:pPr>
            <a:r>
              <a:rPr lang="ja-JP" altLang="en-US" b="1"/>
              <a:t>作品②</a:t>
            </a:r>
            <a:endParaRPr lang="en-US" altLang="ja-JP" b="1"/>
          </a:p>
          <a:p>
            <a:pPr marL="0" indent="0">
              <a:buNone/>
            </a:pPr>
            <a:r>
              <a:rPr lang="ja-JP" altLang="en-US"/>
              <a:t>　深夜のコンビニ脱出</a:t>
            </a:r>
            <a:endParaRPr lang="en-US" altLang="ja-JP"/>
          </a:p>
          <a:p>
            <a:pPr marL="0" indent="0">
              <a:buNone/>
            </a:pPr>
            <a:r>
              <a:rPr lang="ja-JP" altLang="en-US"/>
              <a:t>　</a:t>
            </a:r>
            <a:r>
              <a:rPr lang="en-US" altLang="ja-JP"/>
              <a:t>html</a:t>
            </a:r>
            <a:r>
              <a:rPr lang="ja-JP" altLang="en-US"/>
              <a:t>で簡単なゲームを制作しました。</a:t>
            </a:r>
            <a:endParaRPr lang="en-US" altLang="ja-JP"/>
          </a:p>
          <a:p>
            <a:pPr marL="0" indent="0">
              <a:buNone/>
            </a:pPr>
            <a:endParaRPr lang="en-US" altLang="ja-JP"/>
          </a:p>
        </p:txBody>
      </p:sp>
      <p:sp>
        <p:nvSpPr>
          <p:cNvPr id="4" name="四角形: 角を丸くする 3">
            <a:hlinkClick r:id="rId2"/>
            <a:extLst>
              <a:ext uri="{FF2B5EF4-FFF2-40B4-BE49-F238E27FC236}">
                <a16:creationId xmlns:a16="http://schemas.microsoft.com/office/drawing/2014/main" id="{8E9A5EEC-0283-BD46-3906-59C6D847519A}"/>
              </a:ext>
            </a:extLst>
          </p:cNvPr>
          <p:cNvSpPr/>
          <p:nvPr/>
        </p:nvSpPr>
        <p:spPr>
          <a:xfrm>
            <a:off x="1219200" y="3156857"/>
            <a:ext cx="2155371" cy="7075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kumimoji="1" lang="ja-JP" altLang="en-US" dirty="0">
                <a:ea typeface="游ゴシック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作</a:t>
            </a:r>
            <a:r>
              <a:rPr lang="ja-JP" altLang="en-US" dirty="0">
                <a:ea typeface="游ゴシック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品を見る</a:t>
            </a:r>
            <a:endParaRPr lang="ja-JP" altLang="en-US" dirty="0">
              <a:ea typeface="游ゴシック"/>
            </a:endParaRPr>
          </a:p>
        </p:txBody>
      </p:sp>
      <p:sp>
        <p:nvSpPr>
          <p:cNvPr id="6" name="四角形: 角を丸くする 5">
            <a:hlinkClick r:id="rId3"/>
            <a:extLst>
              <a:ext uri="{FF2B5EF4-FFF2-40B4-BE49-F238E27FC236}">
                <a16:creationId xmlns:a16="http://schemas.microsoft.com/office/drawing/2014/main" id="{8463607F-AE87-92F1-A664-059FEC045691}"/>
              </a:ext>
            </a:extLst>
          </p:cNvPr>
          <p:cNvSpPr/>
          <p:nvPr/>
        </p:nvSpPr>
        <p:spPr>
          <a:xfrm>
            <a:off x="1219200" y="5745729"/>
            <a:ext cx="2155371" cy="7075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dirty="0">
                <a:solidFill>
                  <a:schemeClr val="bg1"/>
                </a:solidFill>
                <a:ea typeface="游ゴシック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作品を見る</a:t>
            </a:r>
          </a:p>
        </p:txBody>
      </p:sp>
    </p:spTree>
    <p:extLst>
      <p:ext uri="{BB962C8B-B14F-4D97-AF65-F5344CB8AC3E}">
        <p14:creationId xmlns:p14="http://schemas.microsoft.com/office/powerpoint/2010/main" val="430406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8F876A-6283-41E0-A729-02912F3D1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/>
              <a:t>作品説明①　モグラハンター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73695AB-1E0A-909B-7754-0745582E7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59835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ja-JP" altLang="en-US" b="1"/>
              <a:t>目的</a:t>
            </a:r>
            <a:endParaRPr lang="en-US" altLang="ja-JP" b="1"/>
          </a:p>
          <a:p>
            <a:pPr marL="0" indent="0">
              <a:buNone/>
            </a:pPr>
            <a:r>
              <a:rPr kumimoji="1" lang="ja-JP" altLang="en-US"/>
              <a:t>短時間で遊べて何度も挑戦したくなる。</a:t>
            </a:r>
            <a:endParaRPr kumimoji="1" lang="en-US" altLang="ja-JP"/>
          </a:p>
          <a:p>
            <a:pPr marL="0" indent="0">
              <a:buNone/>
            </a:pPr>
            <a:r>
              <a:rPr kumimoji="1" lang="ja-JP" altLang="en-US"/>
              <a:t>制限時間の中でモグラをできるだけ捕まえて、スコアを伸ばすゲームにしました</a:t>
            </a:r>
            <a:r>
              <a:rPr lang="ja-JP" altLang="en-US"/>
              <a:t>。</a:t>
            </a:r>
            <a:endParaRPr lang="en-US" altLang="ja-JP"/>
          </a:p>
          <a:p>
            <a:pPr marL="0" indent="0">
              <a:buNone/>
            </a:pPr>
            <a:r>
              <a:rPr kumimoji="1" lang="ja-JP" altLang="en-US" b="1"/>
              <a:t>使用した技術</a:t>
            </a:r>
            <a:endParaRPr kumimoji="1" lang="en-US" altLang="ja-JP" b="1"/>
          </a:p>
          <a:p>
            <a:pPr marL="0" indent="0">
              <a:buNone/>
            </a:pPr>
            <a:r>
              <a:rPr lang="en-US" altLang="ja-JP"/>
              <a:t>HTML</a:t>
            </a:r>
            <a:r>
              <a:rPr lang="ja-JP" altLang="en-US"/>
              <a:t>・</a:t>
            </a:r>
            <a:r>
              <a:rPr lang="en-US" altLang="ja-JP"/>
              <a:t>CSS</a:t>
            </a:r>
            <a:r>
              <a:rPr lang="ja-JP" altLang="en-US"/>
              <a:t>・</a:t>
            </a:r>
            <a:r>
              <a:rPr lang="en-US" altLang="ja-JP"/>
              <a:t>JavaScript</a:t>
            </a:r>
          </a:p>
          <a:p>
            <a:pPr marL="0" indent="0">
              <a:buNone/>
            </a:pPr>
            <a:r>
              <a:rPr kumimoji="1" lang="ja-JP" altLang="en-US" b="1"/>
              <a:t>工夫した点</a:t>
            </a:r>
            <a:endParaRPr kumimoji="1" lang="en-US" altLang="ja-JP" b="1"/>
          </a:p>
          <a:p>
            <a:pPr marL="0" indent="0">
              <a:buNone/>
            </a:pPr>
            <a:r>
              <a:rPr lang="ja-JP" altLang="en-US"/>
              <a:t>制限時間を設定して、短時間でも集中して遊べるようにした。</a:t>
            </a:r>
            <a:endParaRPr lang="en-US" altLang="ja-JP"/>
          </a:p>
          <a:p>
            <a:pPr marL="0" indent="0">
              <a:buNone/>
            </a:pPr>
            <a:r>
              <a:rPr kumimoji="1" lang="ja-JP" altLang="en-US"/>
              <a:t>モグラをクリックするとスコアが増える仕組みにした。</a:t>
            </a:r>
            <a:endParaRPr kumimoji="1" lang="en-US" altLang="ja-JP"/>
          </a:p>
          <a:p>
            <a:pPr marL="0" indent="0">
              <a:buNone/>
            </a:pPr>
            <a:r>
              <a:rPr lang="ja-JP" altLang="en-US"/>
              <a:t>ゲーム終了後に結果を表示し。繰り返しプレイできるようにした。</a:t>
            </a:r>
            <a:endParaRPr kumimoji="1" lang="en-US" altLang="ja-JP"/>
          </a:p>
        </p:txBody>
      </p:sp>
    </p:spTree>
    <p:extLst>
      <p:ext uri="{BB962C8B-B14F-4D97-AF65-F5344CB8AC3E}">
        <p14:creationId xmlns:p14="http://schemas.microsoft.com/office/powerpoint/2010/main" val="3489945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2995B4-2A75-CD5E-C896-0CEC0CBB7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4515"/>
            <a:ext cx="10515600" cy="1325563"/>
          </a:xfrm>
        </p:spPr>
        <p:txBody>
          <a:bodyPr/>
          <a:lstStyle/>
          <a:p>
            <a:r>
              <a:rPr kumimoji="1" lang="ja-JP" altLang="en-US" b="1"/>
              <a:t>作品説明②　深夜のコンビニ脱出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FF253F6-F9DA-9135-0814-9D73189B6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6258"/>
            <a:ext cx="10515600" cy="45853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kumimoji="1" lang="ja-JP" altLang="en-US" b="1"/>
              <a:t>目的</a:t>
            </a:r>
            <a:endParaRPr kumimoji="1" lang="en-US" altLang="ja-JP" b="1"/>
          </a:p>
          <a:p>
            <a:pPr marL="0" indent="0">
              <a:buNone/>
            </a:pPr>
            <a:r>
              <a:rPr lang="ja-JP" altLang="en-US"/>
              <a:t>普通のゲームとは違う選択によって結果が変わるゲームにした。</a:t>
            </a:r>
            <a:endParaRPr lang="en-US" altLang="ja-JP"/>
          </a:p>
          <a:p>
            <a:pPr marL="0" indent="0">
              <a:buNone/>
            </a:pPr>
            <a:r>
              <a:rPr kumimoji="1" lang="ja-JP" altLang="en-US" b="1"/>
              <a:t>使用した技術</a:t>
            </a:r>
            <a:endParaRPr kumimoji="1" lang="en-US" altLang="ja-JP" b="1"/>
          </a:p>
          <a:p>
            <a:pPr marL="0" indent="0">
              <a:buNone/>
            </a:pPr>
            <a:r>
              <a:rPr lang="en-US" altLang="ja-JP"/>
              <a:t>HTML</a:t>
            </a:r>
            <a:r>
              <a:rPr lang="ja-JP" altLang="en-US"/>
              <a:t>・</a:t>
            </a:r>
            <a:r>
              <a:rPr lang="en-US" altLang="ja-JP"/>
              <a:t>CSS</a:t>
            </a:r>
            <a:r>
              <a:rPr lang="ja-JP" altLang="en-US"/>
              <a:t>・</a:t>
            </a:r>
            <a:r>
              <a:rPr lang="en-US" altLang="ja-JP"/>
              <a:t>JavaScript</a:t>
            </a:r>
          </a:p>
          <a:p>
            <a:pPr marL="0" indent="0">
              <a:buNone/>
            </a:pPr>
            <a:r>
              <a:rPr kumimoji="1" lang="ja-JP" altLang="en-US" b="1"/>
              <a:t>工夫した点</a:t>
            </a:r>
            <a:endParaRPr kumimoji="1" lang="en-US" altLang="ja-JP" b="1"/>
          </a:p>
          <a:p>
            <a:pPr marL="0" indent="0">
              <a:buNone/>
            </a:pPr>
            <a:r>
              <a:rPr lang="ja-JP" altLang="en-US" sz="1800">
                <a:ea typeface="游ゴシック"/>
              </a:rPr>
              <a:t>・</a:t>
            </a:r>
            <a:r>
              <a:rPr kumimoji="1" lang="ja-JP" altLang="en-US" sz="1800">
                <a:ea typeface="游ゴシック"/>
              </a:rPr>
              <a:t>正しい選択をするとスコアアップ、間違えると冷静さが減るというルールを設定した。</a:t>
            </a:r>
            <a:endParaRPr lang="ja-JP" altLang="en-US" sz="1800">
              <a:ea typeface="游ゴシック"/>
            </a:endParaRPr>
          </a:p>
          <a:p>
            <a:pPr marL="0" indent="0">
              <a:buNone/>
            </a:pPr>
            <a:r>
              <a:rPr lang="ja-JP" altLang="en-US" sz="1800">
                <a:ea typeface="游ゴシック"/>
              </a:rPr>
              <a:t>・スコアだけではなく、冷静さというステータスを追加してゲーム性を出した。</a:t>
            </a:r>
            <a:endParaRPr lang="en-US" altLang="ja-JP" sz="1800">
              <a:ea typeface="游ゴシック"/>
            </a:endParaRPr>
          </a:p>
          <a:p>
            <a:pPr marL="0" indent="0">
              <a:buNone/>
            </a:pPr>
            <a:r>
              <a:rPr lang="ja-JP" altLang="en-US" sz="1800">
                <a:ea typeface="游ゴシック"/>
              </a:rPr>
              <a:t>・</a:t>
            </a:r>
            <a:r>
              <a:rPr kumimoji="1" lang="ja-JP" altLang="en-US" sz="1800">
                <a:ea typeface="游ゴシック"/>
              </a:rPr>
              <a:t>深夜のコンビニ店員という設定を作り、状況を想像しながら選択するゲームにした。</a:t>
            </a:r>
            <a:endParaRPr lang="ja-JP" altLang="en-US" sz="1800" dirty="0"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23232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</Slides>
  <Notes>0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テーマ</vt:lpstr>
      <vt:lpstr>自己紹介</vt:lpstr>
      <vt:lpstr>制作物</vt:lpstr>
      <vt:lpstr>作品説明①　モグラハンター</vt:lpstr>
      <vt:lpstr>作品説明②　深夜のコンビニ脱出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小林 樹希</dc:creator>
  <cp:revision>20</cp:revision>
  <dcterms:created xsi:type="dcterms:W3CDTF">2026-08-23T14:08:09Z</dcterms:created>
  <dcterms:modified xsi:type="dcterms:W3CDTF">2026-08-24T02:36:52Z</dcterms:modified>
</cp:coreProperties>
</file>